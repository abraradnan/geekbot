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Lantern: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Brightwater Studio, 3 March 2025. Presenter: Daniel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are doing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clients, Harbour and Pine and Corvid Foods, have NDAs that forbid third parties from processing their work</a:t>
            </a:r>
          </a:p>
          <a:p>
            <a:r>
              <a:t>Staff already try outside AI tools on their own</a:t>
            </a:r>
          </a:p>
          <a:p>
            <a:r>
              <a:t>Goal: a private assistant that keeps client work inside the building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Lantern will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Summarise meeting notes</a:t>
            </a:r>
          </a:p>
          <a:p>
            <a:r>
              <a:t>Draft client emails</a:t>
            </a:r>
          </a:p>
          <a:p>
            <a:r>
              <a:t>Search project documents</a:t>
            </a:r>
          </a:p>
          <a:p>
            <a:r>
              <a:t>It will not decide anything about people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we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A: cloud subscription, £22 per user per month, £3,168 a year for 12 people</a:t>
            </a:r>
          </a:p>
          <a:p>
            <a:r>
              <a:t>B: hosted private instance, £780 per month, £9,360 a year</a:t>
            </a:r>
          </a:p>
          <a:p>
            <a:r>
              <a:t>C: our own workstation, £17,258 in the first year</a:t>
            </a:r>
          </a:p>
          <a:p>
            <a:r>
              <a:t>Recommended: C, because it is the only option that suits both 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does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Maya Okafor: sponsor</a:t>
            </a:r>
          </a:p>
          <a:p>
            <a:r>
              <a:t>Daniel Reyes: project owner</a:t>
            </a:r>
          </a:p>
          <a:p>
            <a:r>
              <a:t>Priya Nair: builds and runs the workstation</a:t>
            </a:r>
          </a:p>
          <a:p>
            <a:r>
              <a:t>Tomasz Lewandowski: policy and security</a:t>
            </a:r>
          </a:p>
          <a:p>
            <a:r>
              <a:t>Hannah Frost: leads the pilot</a:t>
            </a:r>
          </a:p>
          <a:p>
            <a:r>
              <a:t>Samir Haddad: budget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 March: workstation ordered</a:t>
            </a:r>
          </a:p>
          <a:p>
            <a:r>
              <a:t>21 March: AI use policy approved</a:t>
            </a:r>
          </a:p>
          <a:p>
            <a:r>
              <a:t>27 March: hardware delivered; 28 to 31 March: set-up and first benchmark</a:t>
            </a:r>
          </a:p>
          <a:p>
            <a:r>
              <a:t>7 April to 2 May: four-week pilot with four people</a:t>
            </a:r>
          </a:p>
          <a:p>
            <a:r>
              <a:t>5 and 6 May: training for all staff</a:t>
            </a:r>
          </a:p>
          <a:p>
            <a:r>
              <a:t>12 May: rollout to all 12 staff</a:t>
            </a:r>
          </a:p>
          <a:p>
            <a:r>
              <a:t>21 September: first policy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One-off: £2,330 (workstation £2,150, UPS £180)</a:t>
            </a:r>
          </a:p>
          <a:p>
            <a:r>
              <a:t>Every month: £1,244 (support retainer £1,200, electricity £35, backup storage £9)</a:t>
            </a:r>
          </a:p>
          <a:p>
            <a:r>
              <a:t>First year in total: £17,258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what we do about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Someone pastes red data: policy and training before anyone gets an account</a:t>
            </a:r>
          </a:p>
          <a:p>
            <a:r>
              <a:t>One machine can fail: nightly backup and a UPS battery unit</a:t>
            </a:r>
          </a:p>
          <a:p>
            <a:r>
              <a:t>Too many people at once: three can chat together, a fourth waits</a:t>
            </a:r>
          </a:p>
          <a:p>
            <a:r>
              <a:t>Knowledge sits with one person: Priya Nair writes down how to rebuild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